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 database.py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Este archivo configura la conexión entre la aplicación y la base de datos PostgreSQL utilizando SQLAlchemy.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Importamos sqlalchemy y la clase os para acceder a variables de entorno, además de config para configurar el entorno de Anvil.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Configuración de Anvil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anvil.server.connect(...) conecta la app cliente con el servidor en Anvil usando un uplink 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URL de conexión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Definimos DATABASE_URL como un string con los parámetros de conexión a PostgreSQL.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 el motor (engine)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 = create_engine(DATABASE_URL) crea la conexión base a la base de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Verificación de conexión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Intentamos conectar y ejecutar un simple SELECT versión() para verificar la conexión exitosa.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Creamos una clase SessionLocal que manejará las sesiones con la base de 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Declarative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= declarative_base() es la clase base desde la cual heredarán todos los modelos ORM.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Dependencia get_db()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Función generadora que cede una sesión abierta y la cierra automáticamente luego del uso.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de yield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yield permite que otras funciones usen la sesión sin preocuparse de cerrarla.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Este patrón garantiza el cierre de la sesión y la correcta gestión de recursos.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Separar la lógica de conexión en un archivo hace que el código sea más limpio y mantenible.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Reutilización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función get_db puede usarse como dependencia en rutas o formularios para acceder a la 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Manejo de errores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Usamos try-except para capturar errores en la conexión inicial y mostrar mensajes claros.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database.py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Este archivo es fundamental para establecer, reutilizar y cerrar conexiones a la base de datos de forma eficiente.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 models.py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las clases que representan las tablas en la base de datos. Utiliza SQLAlchemy ORM.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 Column, Integer, String, Text y ForeignKey desde sqlalchemy. También la Base desde database.py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Relaciones entre tablas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importan relationship desde sqlalchemy.orm para establecer relaciones entre entidades.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la tabla Category con campos id (clave primaria) y name (nombre de categoría).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Campo id en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 un Integer, clave primaria, autoincremental.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Campo name en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 un String (máx. 100), obligatorio (nullable=False).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con Articles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 tiene una relación uno-a-muchos con Article: una categoría puede tener varios artículos.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Article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la tabla Article con campos id, title, content, image_url y clave foránea category_id.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Campo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 obligatorio (nullable=False). Representa el título del artículo.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Campo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obligatorio. Contenido principal del artículo.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Campo image_url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Campo opcional que puede almacenar la URL de una imagen relacionada.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Campo category_id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 un Integer con clave foránea a Category.id.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inversa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Article incluye la relación inversa hacia Category, permitiendo acceder a category desde un artículo.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Propósito de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Facilitan el acceso entre objetos relacionados sin tener que escribir SQL manual.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models.py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las estructuras de datos y relaciones de forma declarativa y clara para usar con SQLAlchemy.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