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Análisis de Código: database.py y models.py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Explicación detallada y didáctica de los archivos de configuración de base de datos y modelos en SQLAlchemy +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Importaciones en database.py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sqlalchemy import create_engine, declarative_base</a:t>
            </a:r>
          </a:p>
          <a:p>
            <a:r>
              <a:t>from sqlalchemy.orm import sessionmaker</a:t>
            </a:r>
          </a:p>
          <a:p>
            <a:r>
              <a:t>Importamos funciones esenciales de SQLAlchemy.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Cadena de conexión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SQLALCHEMY_DATABASE_URL = 'sqlite:///./basedatos.db'</a:t>
            </a:r>
          </a:p>
          <a:p>
            <a:r>
              <a:t>Usamos SQLite como base de datos local.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 motor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engine = create_engine(SQLALCHEMY_DATABASE_URL, connect_args={"check_same_thread": False})</a:t>
            </a:r>
          </a:p>
          <a:p>
            <a:r>
              <a:t>El motor permite conectar y comunicarse con la base de 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SessionLocal = sessionmaker(autocommit=False, autoflush=False, bind=engine)</a:t>
            </a:r>
          </a:p>
          <a:p>
            <a:r>
              <a:t>Creamos una clase de sesión para realizar operaciones en la base de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Declarative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 = declarative_base()</a:t>
            </a:r>
          </a:p>
          <a:p>
            <a:r>
              <a:t>Sirve para definir clases que representan tablas en la base de datos.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Importaciones en models.py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sqlalchemy import Column, Integer, String, Float, Date</a:t>
            </a:r>
          </a:p>
          <a:p>
            <a:r>
              <a:t>Importamos tipos de datos para definir las columnas.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Importar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.database import Base</a:t>
            </a:r>
          </a:p>
          <a:p>
            <a:r>
              <a:t>Importamos la clase Base creada en database.py.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Clase Movimiento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Movimiento(Base):</a:t>
            </a:r>
          </a:p>
          <a:p>
            <a:r>
              <a:t>Define un modelo que representa la tabla movimientos en la base de datos.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Nombre de la tabla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__tablename__ = "movimientos"</a:t>
            </a:r>
          </a:p>
          <a:p>
            <a:r>
              <a:t>Nombre que tendrá la tabla en la base de datos.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Columna 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 = Column(Integer, primary_key=True, index=True)</a:t>
            </a:r>
          </a:p>
          <a:p>
            <a:r>
              <a:t>Clave primaria, numérica y con índice.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Columna Tipo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tipo = Column(String, index=True)</a:t>
            </a:r>
          </a:p>
          <a:p>
            <a:r>
              <a:t>Tipo de movimiento: ingreso o egreso.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Columna Categoría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categoria = Column(String, index=True)</a:t>
            </a:r>
          </a:p>
          <a:p>
            <a:r>
              <a:t>Categoría del movimiento, por ejemplo, comida o transporte.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Columna Monto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monto = Column(Float)</a:t>
            </a:r>
          </a:p>
          <a:p>
            <a:r>
              <a:t>Monto del movimiento, número decimal.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Columna Fecha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fecha = Column(Date)</a:t>
            </a:r>
          </a:p>
          <a:p>
            <a:r>
              <a:t>Fecha del movimiento.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Relación entre archivos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models.py depende de database.py para poder declarar correctamente las clases que representan tablas.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Uso en FastAPI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Ambos archivos se usan en conjunto para manejar datos estructurados desde rutas de FastAPI.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Sesión de base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clase SessionLocal de database.py se utiliza en las rutas para acceder a la base de datos.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Crear tablas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Base.metadata.create_all(bind=engine)</a:t>
            </a:r>
          </a:p>
          <a:p>
            <a:r>
              <a:t>Instrucción típica para crear las tablas declaradas en models.py.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Separar modelos y conexión mejora la organización, facilita el mantenimiento y la escalabilidad.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